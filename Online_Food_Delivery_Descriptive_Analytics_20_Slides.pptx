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Content for Title related to Online Food Delivery Descriptive Analytics.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Agenda related to Online Food Delivery Descriptive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Descriptive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Introduction to Descriptive Analytics related to Online Food Delivery Descriptive Analytics.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Dataset Overview related to Online Food Delivery Descriptive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KPIs related to Online Food Delivery Descriptive Analytics.</a:t>
            </a:r>
          </a:p>
        </p:txBody>
      </p:sp>
      <p:pic>
        <p:nvPicPr>
          <p:cNvPr id="4" name="Picture 3" descr="food_grap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2821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Orders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Orders Trend related to Online Food Delivery Descriptive Analytics.</a:t>
            </a:r>
          </a:p>
        </p:txBody>
      </p:sp>
      <p:pic>
        <p:nvPicPr>
          <p:cNvPr id="4" name="Picture 3" descr="food_grap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2821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Revenue Trend related to Online Food Delivery Descriptive Analytics.</a:t>
            </a:r>
          </a:p>
        </p:txBody>
      </p:sp>
      <p:pic>
        <p:nvPicPr>
          <p:cNvPr id="4" name="Picture 3" descr="food_grap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2821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Food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Top Food Categories related to Online Food Delivery Descriptive Analytics.</a:t>
            </a:r>
          </a:p>
        </p:txBody>
      </p:sp>
      <p:pic>
        <p:nvPicPr>
          <p:cNvPr id="4" name="Picture 3" descr="food_grap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2821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Restaurants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Top Restaurants related to Online Food Delivery Descriptive Analytics.</a:t>
            </a:r>
          </a:p>
        </p:txBody>
      </p:sp>
      <p:pic>
        <p:nvPicPr>
          <p:cNvPr id="4" name="Picture 3" descr="food_graph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2821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Ratings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Ratings Analysis related to Online Food Delivery Descriptive Analytics.</a:t>
            </a:r>
          </a:p>
        </p:txBody>
      </p:sp>
      <p:pic>
        <p:nvPicPr>
          <p:cNvPr id="4" name="Picture 3" descr="food_grap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2821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Delivery Time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Delivery Time Analysis related to Online Food Delivery Descriptive Analytics.</a:t>
            </a:r>
          </a:p>
        </p:txBody>
      </p:sp>
      <p:pic>
        <p:nvPicPr>
          <p:cNvPr id="4" name="Picture 3" descr="food_grap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2821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Peak Order 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Peak Order Hours related to Online Food Delivery Descriptive Analytics.</a:t>
            </a:r>
          </a:p>
        </p:txBody>
      </p:sp>
      <p:pic>
        <p:nvPicPr>
          <p:cNvPr id="4" name="Picture 3" descr="food_grap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2821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Day-wise Orders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Day-wise Orders related to Online Food Delivery Descriptive Analytics.</a:t>
            </a:r>
          </a:p>
        </p:txBody>
      </p:sp>
      <p:pic>
        <p:nvPicPr>
          <p:cNvPr id="4" name="Picture 3" descr="food_grap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28215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Regional Demand related to Online Food Delivery Descriptive Analytics.</a:t>
            </a:r>
          </a:p>
        </p:txBody>
      </p:sp>
      <p:pic>
        <p:nvPicPr>
          <p:cNvPr id="4" name="Picture 3" descr="food_graph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28215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Customer Segments related to Online Food Delivery Descriptive Analytics.</a:t>
            </a:r>
          </a:p>
        </p:txBody>
      </p:sp>
      <p:pic>
        <p:nvPicPr>
          <p:cNvPr id="4" name="Picture 3" descr="food_grap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2821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Payment Methods related to Online Food Delivery Descriptive Analytics.</a:t>
            </a:r>
          </a:p>
        </p:txBody>
      </p:sp>
      <p:pic>
        <p:nvPicPr>
          <p:cNvPr id="4" name="Picture 3" descr="food_grap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2821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Cancellation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Cancellation Analysis related to Online Food Delivery Descriptive Analytics.</a:t>
            </a:r>
          </a:p>
        </p:txBody>
      </p:sp>
      <p:pic>
        <p:nvPicPr>
          <p:cNvPr id="4" name="Picture 3" descr="food_grap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28215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Key Insights related to Online Food Delivery Descriptive Analytics.</a:t>
            </a:r>
          </a:p>
        </p:txBody>
      </p:sp>
      <p:pic>
        <p:nvPicPr>
          <p:cNvPr id="4" name="Picture 3" descr="food_grap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2743200" cy="228215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Recommendations related to Online Food Delivery Descriptive Analytics.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Thank You related to Online Food Delivery Descriptive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